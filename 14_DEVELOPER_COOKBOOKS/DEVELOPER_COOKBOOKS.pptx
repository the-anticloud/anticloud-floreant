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FLOREANT | Category: POS_SYSTEMS</a:t>
            </a:r>
          </a:p>
          <a:p>
            <a:r>
              <a:rPr sz="1400"/>
              <a:t>Upstream: https://github.com/nicedoc/floreant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FLOREANT.</a:t>
            </a:r>
          </a:p>
          <a:p>
            <a:r>
              <a:rPr sz="1400"/>
              <a:t>Java restaurant/retail 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FLOREANT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